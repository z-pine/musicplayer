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🎵 逐浪音乐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MusicPlayer — 项目总结与技术分析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Tauri v2  ·  Vue 3  ·  Rust  ·  SQLite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Author: Z-Pine  |  基于 Tauri v2 跨平台框架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457200"/>
          </a:xfrm>
          <a:prstGeom prst="roundRect">
            <a:avLst>
              <a:gd name="adj" fmla="val 800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4708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  项目概览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7680960" cy="457200"/>
          </a:xfrm>
          <a:prstGeom prst="roundRect">
            <a:avLst>
              <a:gd name="adj" fmla="val 800000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4144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  技术架构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7680960" cy="457200"/>
          </a:xfrm>
          <a:prstGeom prst="roundRect">
            <a:avLst>
              <a:gd name="adj" fmla="val 800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3580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  核心功能解析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7680960" cy="457200"/>
          </a:xfrm>
          <a:prstGeom prst="roundRect">
            <a:avLst>
              <a:gd name="adj" fmla="val 800000"/>
            </a:avLst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301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  数据库设计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7680960" cy="457200"/>
          </a:xfrm>
          <a:prstGeom prst="roundRect">
            <a:avLst>
              <a:gd name="adj" fmla="val 800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2452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  性能优化实践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800600"/>
            <a:ext cx="7680960" cy="457200"/>
          </a:xfrm>
          <a:prstGeom prst="roundRect">
            <a:avLst>
              <a:gd name="adj" fmla="val 800000"/>
            </a:avLst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81888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  项目亮点与优势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7680960" cy="457200"/>
          </a:xfrm>
          <a:prstGeom prst="roundRect">
            <a:avLst>
              <a:gd name="adj" fmla="val 800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41324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  未来规划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项目名称：逐浪音乐 (MusicPlayer)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定位：自用桌面端音乐播放器，支持本地音乐库管理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开发模式：Tauri v2（Rust 后端）+ Vue 3（前端）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数据存储：SQLite 本地数据库，无需联网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代码规模：22 个源文件，约 7,400 行代码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测试覆盖：单元测试（Vitest）+ 端到端测试（Playwright）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构建产物：原生 exe + MSI/NSIS 安装包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822960"/>
          </a:xfrm>
          <a:prstGeom prst="roundRect">
            <a:avLst>
              <a:gd name="adj" fmla="val 666667"/>
            </a:avLst>
          </a:prstGeom>
          <a:solidFill>
            <a:srgbClr val="1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0195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前端展示层 (Vue 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组件 · 状态管理 (Pinia) · 路由 (Vue Router)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7680960" cy="822960"/>
          </a:xfrm>
          <a:prstGeom prst="roundRect">
            <a:avLst>
              <a:gd name="adj" fmla="val 666667"/>
            </a:avLst>
          </a:prstGeom>
          <a:solidFill>
            <a:srgbClr val="1A2A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9923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IPC 通信层 (Tauri API)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invoke 命令调用 · 事件监听 · 文件系统访问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7680960" cy="822960"/>
          </a:xfrm>
          <a:prstGeom prst="roundRect">
            <a:avLst>
              <a:gd name="adj" fmla="val 666667"/>
            </a:avLst>
          </a:prstGeom>
          <a:solidFill>
            <a:srgbClr val="1A2A4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09651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后端服务层 (Rust)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434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Tauri 命令处理 · 元数据解析 (Lofty) · 音频解码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5120640"/>
            <a:ext cx="7680960" cy="822960"/>
          </a:xfrm>
          <a:prstGeom prst="roundRect">
            <a:avLst>
              <a:gd name="adj" fmla="val 666667"/>
            </a:avLst>
          </a:prstGeom>
          <a:solidFill>
            <a:srgbClr val="1A2A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19379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🗄️ 数据持久层 (SQLite)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5321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rusqlite · 歌曲索引 · 播放列表 · 播放状态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技术栈详情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3.5 + TypeScript 5.6 + Vite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23042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3（Setup Store 模式）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音频引擎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77977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Howler.js 2.2（Web Audio API 封装）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552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桌面框架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2552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Tauri v2.4（Rust 后端 + WebView 前端）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7307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via rusqlite 0.32（bundled 模式）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元数据解析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42062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Lofty 0.22（读取 ID3/FLAC/WMA 等标签）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681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插件生态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6817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对话框 · 文件系统 · 全局快捷键 · 通知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1572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51572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+ @vue/test-utils + Playwright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核心功能：音乐库管理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 LIBRARY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📂 音乐文件夹扫描 — 支持多源目录，递归遍历音频文件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7627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支持格式：mp3 / flac / wav / aac / m4a / ogg / wma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52374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📝 元数据自动解析 — 使用 Lofty 库读取 ID3 标签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87121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标题 · 艺术家 · 专辑 · 年代 · 流派 · 比特率 · 采样率 · 封面图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186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🗑️ 软删除机制 — 仅标记 deleted_from_library，不删磁盘文件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歌单中保留已删歌曲记录，灰色标识，用户手动清理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136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🔍 文件完整性检测 — 后台扫描标记缺失文件 (is_available)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6110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一键清理所有无效歌曲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60857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🔎 实时搜索 — 按标题 / 艺术家 / 专辑关键词模糊匹配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核心功能：播放引擎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PLAYBACK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🎵 基于 Howler.js 的音频引擎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7627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HTML5 Audio 模式 · 支持进度拖拽 · 音量控制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52374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🔄 四种播放模式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87121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顺序播放 · 列表循环 · 单曲循环 · 随机播放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186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🛡️ 智能跳曲保护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遇到不可用/已删除歌曲时自动跳过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136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全部歌曲无效时自动停止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6110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💾 播放状态持久化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60857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每 10 秒自动保存 · 窗口关闭时保存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9560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下次启动自动恢复播放进度和音量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📜 歌词同步 — 自动加载同目录 LRC 文件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65099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支持 UTF-8 / GBK / GB2312 编码自动检测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核心功能：播放列表与歌单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PLAYLISTS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📁 自定义歌单 — 创建 · 重命名 · 删除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7627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从音乐库选择歌曲添加到歌单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52374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歌单歌曲去重保护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87121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🕐 最近播放 — 自动记录最近 100 首播放记录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186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📋 多选操作 — Ctrl / Shift 多选 · 全选 · 批量添加到歌单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批量从歌单移除 · 批量从音乐库删除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136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🎯 右键菜单 — 播放 · 属性 · 添加到歌单 · 删除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6110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⚠️ 无效歌曲标识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60857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已删除歌曲：灰色 + 删除线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9560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 └ 文件缺失：标黄提示 · 一键清理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📊 音乐库统计 — 总歌曲数 · 艺术家数 · 专辑数 · 总时长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438912"/>
          </a:xfrm>
          <a:prstGeom prst="roundRect">
            <a:avLst>
              <a:gd name="adj" fmla="val 625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84708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核心表：id / path / title / artist / album / duration / cover_art / bitrate / is_available / deleted_from_library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304288"/>
            <a:ext cx="7680960" cy="438912"/>
          </a:xfrm>
          <a:prstGeom prst="roundRect">
            <a:avLst>
              <a:gd name="adj" fmla="val 625000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library_sources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32257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音乐库源：id / path / enabled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779776"/>
            <a:ext cx="7680960" cy="438912"/>
          </a:xfrm>
          <a:prstGeom prst="roundRect">
            <a:avLst>
              <a:gd name="adj" fmla="val 6250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79806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歌单：id / name / created_at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55264"/>
            <a:ext cx="7680960" cy="438912"/>
          </a:xfrm>
          <a:prstGeom prst="roundRect">
            <a:avLst>
              <a:gd name="adj" fmla="val 625000"/>
            </a:avLst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playlist_songs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27355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关联表：playlist_id / song_id / position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7680960" cy="438912"/>
          </a:xfrm>
          <a:prstGeom prst="roundRect">
            <a:avLst>
              <a:gd name="adj" fmla="val 625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490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recent_plays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74904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最近播放：song_id / played_at（上限 100 条）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7680960" cy="438912"/>
          </a:xfrm>
          <a:prstGeom prst="roundRect">
            <a:avLst>
              <a:gd name="adj" fmla="val 625000"/>
            </a:avLst>
          </a:prstGeom>
          <a:solidFill>
            <a:srgbClr val="1A233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playback_state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2245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播放状态：song_id / position_ms / volume / play_mode / is_playing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681728"/>
            <a:ext cx="7680960" cy="438912"/>
          </a:xfrm>
          <a:prstGeom prst="roundRect">
            <a:avLst>
              <a:gd name="adj" fmla="val 625000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70001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lyrics_cache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470001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歌词缓存：song_id / source / content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157216"/>
            <a:ext cx="7680960" cy="438912"/>
          </a:xfrm>
          <a:prstGeom prst="roundRect">
            <a:avLst>
              <a:gd name="adj" fmla="val 625000"/>
            </a:avLst>
          </a:prstGeom>
          <a:solidFill>
            <a:srgbClr val="1A233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17550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517550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用户配置：key / 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581558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• 采用两级软删除机制：is_available（文件级） + deleted_from_library（用户级）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613562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• 外键级联（CASCADE），保证歌单/最近播放数据的引用完整性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性能优化实践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OPTIMIZATION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封面图 BLOB 优化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列表查询使用 NULL as cover_art 替代全字段 SELECT，避免读取大量二进制数据，"最近播放" 加载速度提升约 30%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数据库迁移兼容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PRAGMA table_info + ALTER TABLE 实现旧版 schema 平滑升级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异步后台扫描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5 秒后静默检测文件完整性，不阻塞 UI 渲染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防重复播放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loadSong 中先 stop + unload 旧 Howl 实例，杜绝多音频叠加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搜索防抖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300ms 防抖 + 后端 SQL LIKE 模糊匹配，避免高频重复查询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715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Fire-and-Forget IPC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6035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不依赖返回值的命令（如打开资源管理器）使用 fire-and-forget 模式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项目亮点与优势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HIGHLIGHTS &amp; ADVANTAGES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640080"/>
          </a:xfrm>
          <a:prstGeom prst="roundRect">
            <a:avLst>
              <a:gd name="adj" fmla="val 714286"/>
            </a:avLst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5623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轻量高效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1305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Tauri v2 原生框架，编译后 exe &lt; 10MB，内存占用远低于 Electron 方案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542032"/>
            <a:ext cx="7680960" cy="640080"/>
          </a:xfrm>
          <a:prstGeom prst="roundRect">
            <a:avLst>
              <a:gd name="adj" fmla="val 714286"/>
            </a:avLst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946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安全可靠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4378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后端无内存安全问题 · SQLite 本地存储无需联网 · 软删除保护数据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255264"/>
            <a:ext cx="7680960" cy="640080"/>
          </a:xfrm>
          <a:prstGeom prst="roundRect">
            <a:avLst>
              <a:gd name="adj" fmla="val 714286"/>
            </a:avLst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8269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深色沉浸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55701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深蓝黑主题配蓝/绿渐变 · 圆角卡片 · 平滑过渡动画 · 沉浸听歌体验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968496"/>
            <a:ext cx="7680960" cy="640080"/>
          </a:xfrm>
          <a:prstGeom prst="roundRect">
            <a:avLst>
              <a:gd name="adj" fmla="val 714286"/>
            </a:avLst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9592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完整功能闭环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27024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 → 解析 → 管理 → 播放 → 歌词 → 状态恢复，全链路覆盖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81728"/>
            <a:ext cx="7680960" cy="640080"/>
          </a:xfrm>
          <a:prstGeom prst="roundRect">
            <a:avLst>
              <a:gd name="adj" fmla="val 714286"/>
            </a:avLst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 组件化架构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983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Store 驱动 · 组件解耦 · 可复用 Composable · 类型安全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394960"/>
            <a:ext cx="7680960" cy="640080"/>
          </a:xfrm>
          <a:prstGeom prst="roundRect">
            <a:avLst>
              <a:gd name="adj" fmla="val 714286"/>
            </a:avLst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42239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可维护性强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569671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 strict 模式 · Rust 编译期检查 · 单元测试覆盖核心逻辑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Tauri vs Electron 对比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TAURI?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1945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1828800"/>
            <a:ext cx="29260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1828800"/>
            <a:ext cx="2560320" cy="4114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Tauri (本方案)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2286000"/>
            <a:ext cx="29260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0" y="2286000"/>
            <a:ext cx="25603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安装包大小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 MB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~150 MB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70048"/>
            <a:ext cx="219456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2670048"/>
            <a:ext cx="292608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2670048"/>
            <a:ext cx="256032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70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670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 MB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6700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 MB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054096"/>
            <a:ext cx="21945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3054096"/>
            <a:ext cx="29260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0" y="3054096"/>
            <a:ext cx="25603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05409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后端语言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30540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Rust（安全·高性能）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054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438144"/>
            <a:ext cx="219456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Shape 27"/>
          <p:cNvSpPr/>
          <p:nvPr/>
        </p:nvSpPr>
        <p:spPr>
          <a:xfrm>
            <a:off x="2926080" y="3438144"/>
            <a:ext cx="292608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0" y="3438144"/>
            <a:ext cx="256032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34381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WebView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34381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Chromium 捆绑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3822192"/>
            <a:ext cx="21945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3822192"/>
            <a:ext cx="29260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5852160" y="3822192"/>
            <a:ext cx="25603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822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3822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强（内存安全 + 权限隔离）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52160" y="3822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4206240"/>
            <a:ext cx="219456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1" name="Shape 39"/>
          <p:cNvSpPr/>
          <p:nvPr/>
        </p:nvSpPr>
        <p:spPr>
          <a:xfrm>
            <a:off x="2926080" y="4206240"/>
            <a:ext cx="292608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2" name="Shape 40"/>
          <p:cNvSpPr/>
          <p:nvPr/>
        </p:nvSpPr>
        <p:spPr>
          <a:xfrm>
            <a:off x="5852160" y="4206240"/>
            <a:ext cx="256032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启动速度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2608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5216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代码亮点展示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HIGHLIGHTS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Pinia Setup Store — 类型安全的状态管理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7863840" cy="594360"/>
          </a:xfrm>
          <a:prstGeom prst="roundRect">
            <a:avLst>
              <a:gd name="adj" fmla="val 615385"/>
            </a:avLst>
          </a:prstGeom>
          <a:solidFill>
            <a:srgbClr val="1A233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219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playSource = ref&lt;PlaySource&gt;({ type: 'library'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playSourceLabel = computed(()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(playSource.value.type === 'library') return '音乐库';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playSource.value.playlistName;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智能跳曲保护 — 自动跳过无效歌曲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7863840" cy="594360"/>
          </a:xfrm>
          <a:prstGeom prst="roundRect">
            <a:avLst>
              <a:gd name="adj" fmla="val 615385"/>
            </a:avLst>
          </a:prstGeom>
          <a:solidFill>
            <a:srgbClr val="1A233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1927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attempt = 0; attempt &lt; playlist.value.length; attempt++)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getNextIndex(...);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(result.shouldStop) { stop(); return;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song = playlist.value[result.nextIndex];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(song &amp;&amp; song.isAvailable &amp;&amp; !song.deletedFromLibrary)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loadSong(song, true);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stop(); // 全部无效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数据库迁移 — 平滑升级旧版 schema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983480"/>
            <a:ext cx="7863840" cy="594360"/>
          </a:xfrm>
          <a:prstGeom prst="roundRect">
            <a:avLst>
              <a:gd name="adj" fmla="val 615385"/>
            </a:avLst>
          </a:prstGeom>
          <a:solidFill>
            <a:srgbClr val="1A233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0566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has_column = conn.prepare("PRAGMA table_info(songs)")?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.query_map([], |row| row.get::&lt;_, String&gt;(1))?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.any(|name| name.as_deref() == Ok("deleted_from_library"));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(!has_column)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conn.execute_batch("ALTER TABLE songs ADD COLUMN 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ROADMAP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4114800"/>
          </a:xfrm>
          <a:prstGeom prst="roundRect">
            <a:avLst>
              <a:gd name="adj" fmla="val 275862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10312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在线歌词搜索与同步显示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音频可视化（频谱/波形）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播放列表拖拽排序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712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歌曲封面图展示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651760" cy="4114800"/>
          </a:xfrm>
          <a:prstGeom prst="roundRect">
            <a:avLst>
              <a:gd name="adj" fmla="val 275862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2377440"/>
            <a:ext cx="210312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均衡器（EQ）调节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全局快捷键深度定制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导入/导出播放列表 (m3u/pls)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712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主题切换（浅色/深色）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2651760" cy="4114800"/>
          </a:xfrm>
          <a:prstGeom prst="roundRect">
            <a:avLst>
              <a:gd name="adj" fmla="val 275862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2377440"/>
            <a:ext cx="210312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跨设备播放状态同步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流媒体扩展（NAS/WebDAV）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移动端 Tauri 适配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712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插件系统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840480" y="3017520"/>
            <a:ext cx="1463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逐浪音乐 · 用 Rust 打造轻量桌面播放器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https://github.com/Z-Pine/MusicPlayer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逐浪音乐 - MusicPlayer 项目总结</dc:title>
  <dc:subject>Tauri v2 桌面音乐播放器</dc:subject>
  <dc:creator>Z-Pine</dc:creator>
  <cp:lastModifiedBy>Z-Pine</cp:lastModifiedBy>
  <cp:revision>1</cp:revision>
  <dcterms:created xsi:type="dcterms:W3CDTF">2026-05-29T01:04:32Z</dcterms:created>
  <dcterms:modified xsi:type="dcterms:W3CDTF">2026-05-29T01:04:32Z</dcterms:modified>
</cp:coreProperties>
</file>